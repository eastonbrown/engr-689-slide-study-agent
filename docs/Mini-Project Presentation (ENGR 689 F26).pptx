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6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on Sanya" userId="3858c62b8671ca40" providerId="LiveId" clId="{F8EA54DB-AA73-4C05-A541-7FFB088F4F8D}"/>
    <pc:docChg chg="custSel delSld modSld">
      <pc:chgData name="Johnson Sanya" userId="3858c62b8671ca40" providerId="LiveId" clId="{F8EA54DB-AA73-4C05-A541-7FFB088F4F8D}" dt="2026-08-21T00:04:38.223" v="1" actId="2696"/>
      <pc:docMkLst>
        <pc:docMk/>
      </pc:docMkLst>
      <pc:sldChg chg="delSp del mod">
        <pc:chgData name="Johnson Sanya" userId="3858c62b8671ca40" providerId="LiveId" clId="{F8EA54DB-AA73-4C05-A541-7FFB088F4F8D}" dt="2026-08-21T00:04:38.223" v="1" actId="2696"/>
        <pc:sldMkLst>
          <pc:docMk/>
          <pc:sldMk cId="0" sldId="257"/>
        </pc:sldMkLst>
        <pc:picChg chg="del">
          <ac:chgData name="Johnson Sanya" userId="3858c62b8671ca40" providerId="LiveId" clId="{F8EA54DB-AA73-4C05-A541-7FFB088F4F8D}" dt="2026-08-21T00:04:27.268" v="0" actId="478"/>
          <ac:picMkLst>
            <pc:docMk/>
            <pc:sldMk cId="0" sldId="257"/>
            <ac:picMk id="6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bb28d505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abb28d505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abb28d505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abb28d505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bb28d505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abb28d505_3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abb28d505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abb28d505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bb28d505_3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abb28d505_3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bb28d505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abb28d505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Mini-Project Presentation</a:t>
            </a:r>
            <a:endParaRPr sz="45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9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ENGR 689 Multimodal LLM Agents</a:t>
            </a:r>
            <a:endParaRPr sz="21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Fall 2026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Project Title </a:t>
            </a:r>
            <a:endParaRPr sz="4500"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9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Team member name1, name2, ..</a:t>
            </a:r>
            <a:endParaRPr sz="21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description and goal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project: importance, applications, etc.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build this application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and evaluation</a:t>
            </a:r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Conclusion, lessons learned, and future works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On-screen Show (16:9)</PresentationFormat>
  <Paragraphs>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Mini-Project Presentation</vt:lpstr>
      <vt:lpstr>Project Title </vt:lpstr>
      <vt:lpstr>Project description and goal</vt:lpstr>
      <vt:lpstr>Why this project: importance, applications, etc.</vt:lpstr>
      <vt:lpstr>How do we build this application</vt:lpstr>
      <vt:lpstr>Demo and evaluation</vt:lpstr>
      <vt:lpstr>Conclusion, lessons learned, and future 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Johnson Sanya</cp:lastModifiedBy>
  <cp:revision>1</cp:revision>
  <dcterms:modified xsi:type="dcterms:W3CDTF">2026-08-21T00:04:38Z</dcterms:modified>
</cp:coreProperties>
</file>